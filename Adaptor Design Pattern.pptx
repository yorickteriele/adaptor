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63" r:id="rId6"/>
    <p:sldId id="261" r:id="rId7"/>
    <p:sldId id="259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76A8A-98A1-4CA7-A7F5-ACA782B541F5}" v="371" dt="2025-10-02T12:45:20.425"/>
    <p1510:client id="{8F8D3194-3FBE-40A2-B60E-ECE9EFFF5781}" v="30" dt="2025-10-02T12:46:15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1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lin Smits (student)" userId="7f06c83b-9906-45c9-bcf2-498810ba21db" providerId="ADAL" clId="{90716DD7-EB55-4DC0-AE10-43F25CA2302D}"/>
    <pc:docChg chg="undo custSel addSld delSld modSld">
      <pc:chgData name="Kollin Smits (student)" userId="7f06c83b-9906-45c9-bcf2-498810ba21db" providerId="ADAL" clId="{90716DD7-EB55-4DC0-AE10-43F25CA2302D}" dt="2025-10-02T12:46:15.338" v="194" actId="1076"/>
      <pc:docMkLst>
        <pc:docMk/>
      </pc:docMkLst>
      <pc:sldChg chg="addSp delSp modSp mod modMedia setBg addAnim delAnim setClrOvrMap">
        <pc:chgData name="Kollin Smits (student)" userId="7f06c83b-9906-45c9-bcf2-498810ba21db" providerId="ADAL" clId="{90716DD7-EB55-4DC0-AE10-43F25CA2302D}" dt="2025-09-17T09:58:45.826" v="22" actId="26606"/>
        <pc:sldMkLst>
          <pc:docMk/>
          <pc:sldMk cId="683879252" sldId="256"/>
        </pc:sldMkLst>
        <pc:spChg chg="mo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2" creationId="{103E6457-EBC2-ECEF-B17E-ADE6BCE7674E}"/>
          </ac:spMkLst>
        </pc:spChg>
        <pc:spChg chg="mo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3" creationId="{23A0FF38-AE12-EE6F-5534-C1D60C8DD07A}"/>
          </ac:spMkLst>
        </pc:spChg>
        <pc:spChg chg="ad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66" creationId="{0E30439A-8A5B-46EC-8283-9B6B031D40D0}"/>
          </ac:spMkLst>
        </pc:spChg>
        <pc:spChg chg="ad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68" creationId="{5CEAD642-85CF-4750-8432-7C80C901F001}"/>
          </ac:spMkLst>
        </pc:spChg>
        <pc:spChg chg="ad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70" creationId="{FA33EEAE-15D5-4119-8C1E-89D943F911EF}"/>
          </ac:spMkLst>
        </pc:spChg>
        <pc:spChg chg="ad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72" creationId="{730D8B3B-9B80-4025-B934-26DC7D7CD231}"/>
          </ac:spMkLst>
        </pc:spChg>
        <pc:spChg chg="ad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74" creationId="{B5A1B09C-1565-46F8-B70F-621C5EB48A09}"/>
          </ac:spMkLst>
        </pc:spChg>
        <pc:spChg chg="ad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76" creationId="{8C516CC8-80AC-446C-A56E-9F54B7210402}"/>
          </ac:spMkLst>
        </pc:spChg>
        <pc:spChg chg="add">
          <ac:chgData name="Kollin Smits (student)" userId="7f06c83b-9906-45c9-bcf2-498810ba21db" providerId="ADAL" clId="{90716DD7-EB55-4DC0-AE10-43F25CA2302D}" dt="2025-09-17T09:58:45.826" v="22" actId="26606"/>
          <ac:spMkLst>
            <pc:docMk/>
            <pc:sldMk cId="683879252" sldId="256"/>
            <ac:spMk id="78" creationId="{53947E58-F088-49F1-A3D1-DEA690192E84}"/>
          </ac:spMkLst>
        </pc:spChg>
      </pc:sldChg>
      <pc:sldChg chg="addSp modSp mod setBg">
        <pc:chgData name="Kollin Smits (student)" userId="7f06c83b-9906-45c9-bcf2-498810ba21db" providerId="ADAL" clId="{90716DD7-EB55-4DC0-AE10-43F25CA2302D}" dt="2025-09-17T09:58:54.112" v="23" actId="26606"/>
        <pc:sldMkLst>
          <pc:docMk/>
          <pc:sldMk cId="224366249" sldId="257"/>
        </pc:sldMkLst>
        <pc:spChg chg="mod">
          <ac:chgData name="Kollin Smits (student)" userId="7f06c83b-9906-45c9-bcf2-498810ba21db" providerId="ADAL" clId="{90716DD7-EB55-4DC0-AE10-43F25CA2302D}" dt="2025-09-17T09:58:54.112" v="23" actId="26606"/>
          <ac:spMkLst>
            <pc:docMk/>
            <pc:sldMk cId="224366249" sldId="257"/>
            <ac:spMk id="2" creationId="{8CC43E49-6F7B-69BB-EA4E-74F5191191C4}"/>
          </ac:spMkLst>
        </pc:spChg>
        <pc:spChg chg="add">
          <ac:chgData name="Kollin Smits (student)" userId="7f06c83b-9906-45c9-bcf2-498810ba21db" providerId="ADAL" clId="{90716DD7-EB55-4DC0-AE10-43F25CA2302D}" dt="2025-09-17T09:58:54.112" v="23" actId="26606"/>
          <ac:spMkLst>
            <pc:docMk/>
            <pc:sldMk cId="224366249" sldId="257"/>
            <ac:spMk id="8" creationId="{1B15ED52-F352-441B-82BF-E0EA34836D08}"/>
          </ac:spMkLst>
        </pc:spChg>
        <pc:spChg chg="add">
          <ac:chgData name="Kollin Smits (student)" userId="7f06c83b-9906-45c9-bcf2-498810ba21db" providerId="ADAL" clId="{90716DD7-EB55-4DC0-AE10-43F25CA2302D}" dt="2025-09-17T09:58:54.112" v="23" actId="26606"/>
          <ac:spMkLst>
            <pc:docMk/>
            <pc:sldMk cId="224366249" sldId="257"/>
            <ac:spMk id="10" creationId="{3B2E3793-BFE6-45A2-9B7B-E18844431C99}"/>
          </ac:spMkLst>
        </pc:spChg>
        <pc:spChg chg="add">
          <ac:chgData name="Kollin Smits (student)" userId="7f06c83b-9906-45c9-bcf2-498810ba21db" providerId="ADAL" clId="{90716DD7-EB55-4DC0-AE10-43F25CA2302D}" dt="2025-09-17T09:58:54.112" v="23" actId="26606"/>
          <ac:spMkLst>
            <pc:docMk/>
            <pc:sldMk cId="224366249" sldId="257"/>
            <ac:spMk id="12" creationId="{BC4C4868-CB8F-4AF9-9CDB-8108F2C19B67}"/>
          </ac:spMkLst>
        </pc:spChg>
        <pc:spChg chg="add">
          <ac:chgData name="Kollin Smits (student)" userId="7f06c83b-9906-45c9-bcf2-498810ba21db" providerId="ADAL" clId="{90716DD7-EB55-4DC0-AE10-43F25CA2302D}" dt="2025-09-17T09:58:54.112" v="23" actId="26606"/>
          <ac:spMkLst>
            <pc:docMk/>
            <pc:sldMk cId="224366249" sldId="257"/>
            <ac:spMk id="14" creationId="{375E0459-6403-40CD-989D-56A4407CA12E}"/>
          </ac:spMkLst>
        </pc:spChg>
        <pc:spChg chg="add">
          <ac:chgData name="Kollin Smits (student)" userId="7f06c83b-9906-45c9-bcf2-498810ba21db" providerId="ADAL" clId="{90716DD7-EB55-4DC0-AE10-43F25CA2302D}" dt="2025-09-17T09:58:54.112" v="23" actId="26606"/>
          <ac:spMkLst>
            <pc:docMk/>
            <pc:sldMk cId="224366249" sldId="257"/>
            <ac:spMk id="16" creationId="{53E5B1A8-3AC9-4BD1-9BBC-78CA94F2D1BA}"/>
          </ac:spMkLst>
        </pc:spChg>
      </pc:sldChg>
      <pc:sldChg chg="modSp del mod">
        <pc:chgData name="Kollin Smits (student)" userId="7f06c83b-9906-45c9-bcf2-498810ba21db" providerId="ADAL" clId="{90716DD7-EB55-4DC0-AE10-43F25CA2302D}" dt="2025-09-17T10:27:03.964" v="164" actId="47"/>
        <pc:sldMkLst>
          <pc:docMk/>
          <pc:sldMk cId="2485737998" sldId="258"/>
        </pc:sldMkLst>
      </pc:sldChg>
      <pc:sldChg chg="delSp mod">
        <pc:chgData name="Kollin Smits (student)" userId="7f06c83b-9906-45c9-bcf2-498810ba21db" providerId="ADAL" clId="{90716DD7-EB55-4DC0-AE10-43F25CA2302D}" dt="2025-09-30T09:03:32.164" v="172" actId="478"/>
        <pc:sldMkLst>
          <pc:docMk/>
          <pc:sldMk cId="456149152" sldId="260"/>
        </pc:sldMkLst>
      </pc:sldChg>
      <pc:sldChg chg="addSp modSp add mod">
        <pc:chgData name="Kollin Smits (student)" userId="7f06c83b-9906-45c9-bcf2-498810ba21db" providerId="ADAL" clId="{90716DD7-EB55-4DC0-AE10-43F25CA2302D}" dt="2025-09-17T10:26:57.481" v="163" actId="1076"/>
        <pc:sldMkLst>
          <pc:docMk/>
          <pc:sldMk cId="2219551940" sldId="261"/>
        </pc:sldMkLst>
        <pc:spChg chg="mod">
          <ac:chgData name="Kollin Smits (student)" userId="7f06c83b-9906-45c9-bcf2-498810ba21db" providerId="ADAL" clId="{90716DD7-EB55-4DC0-AE10-43F25CA2302D}" dt="2025-09-17T09:59:29.770" v="37" actId="20577"/>
          <ac:spMkLst>
            <pc:docMk/>
            <pc:sldMk cId="2219551940" sldId="261"/>
            <ac:spMk id="2" creationId="{625351B2-405E-4BEF-6B28-152EB2F6BCA8}"/>
          </ac:spMkLst>
        </pc:spChg>
      </pc:sldChg>
      <pc:sldChg chg="addSp delSp modSp add mod setBg">
        <pc:chgData name="Kollin Smits (student)" userId="7f06c83b-9906-45c9-bcf2-498810ba21db" providerId="ADAL" clId="{90716DD7-EB55-4DC0-AE10-43F25CA2302D}" dt="2025-10-02T12:46:15.338" v="194" actId="1076"/>
        <pc:sldMkLst>
          <pc:docMk/>
          <pc:sldMk cId="2783665136" sldId="266"/>
        </pc:sldMkLst>
        <pc:spChg chg="add del">
          <ac:chgData name="Kollin Smits (student)" userId="7f06c83b-9906-45c9-bcf2-498810ba21db" providerId="ADAL" clId="{90716DD7-EB55-4DC0-AE10-43F25CA2302D}" dt="2025-10-02T12:42:30.990" v="174" actId="478"/>
          <ac:spMkLst>
            <pc:docMk/>
            <pc:sldMk cId="2783665136" sldId="266"/>
            <ac:spMk id="3" creationId="{8AA2589D-4F54-6C51-9BD0-B26E50668FC7}"/>
          </ac:spMkLst>
        </pc:spChg>
        <pc:spChg chg="add del mod">
          <ac:chgData name="Kollin Smits (student)" userId="7f06c83b-9906-45c9-bcf2-498810ba21db" providerId="ADAL" clId="{90716DD7-EB55-4DC0-AE10-43F25CA2302D}" dt="2025-10-02T12:43:01.072" v="178" actId="478"/>
          <ac:spMkLst>
            <pc:docMk/>
            <pc:sldMk cId="2783665136" sldId="266"/>
            <ac:spMk id="4" creationId="{BEBD4662-1AA0-A576-B7FE-BED25BE77653}"/>
          </ac:spMkLst>
        </pc:spChg>
        <pc:spChg chg="add">
          <ac:chgData name="Kollin Smits (student)" userId="7f06c83b-9906-45c9-bcf2-498810ba21db" providerId="ADAL" clId="{90716DD7-EB55-4DC0-AE10-43F25CA2302D}" dt="2025-09-30T08:59:19.041" v="170" actId="26606"/>
          <ac:spMkLst>
            <pc:docMk/>
            <pc:sldMk cId="2783665136" sldId="266"/>
            <ac:spMk id="15" creationId="{A169D286-F4D7-4C8B-A6BD-D05384C7F1D8}"/>
          </ac:spMkLst>
        </pc:spChg>
        <pc:spChg chg="add">
          <ac:chgData name="Kollin Smits (student)" userId="7f06c83b-9906-45c9-bcf2-498810ba21db" providerId="ADAL" clId="{90716DD7-EB55-4DC0-AE10-43F25CA2302D}" dt="2025-09-30T08:59:19.041" v="170" actId="26606"/>
          <ac:spMkLst>
            <pc:docMk/>
            <pc:sldMk cId="2783665136" sldId="266"/>
            <ac:spMk id="17" creationId="{39E8235E-135E-4261-8F54-2B316E493C42}"/>
          </ac:spMkLst>
        </pc:spChg>
        <pc:spChg chg="add">
          <ac:chgData name="Kollin Smits (student)" userId="7f06c83b-9906-45c9-bcf2-498810ba21db" providerId="ADAL" clId="{90716DD7-EB55-4DC0-AE10-43F25CA2302D}" dt="2025-09-30T08:59:19.041" v="170" actId="26606"/>
          <ac:spMkLst>
            <pc:docMk/>
            <pc:sldMk cId="2783665136" sldId="266"/>
            <ac:spMk id="19" creationId="{D4ED8EC3-4D57-4620-93CE-4E6661F09A3E}"/>
          </ac:spMkLst>
        </pc:spChg>
        <pc:spChg chg="add">
          <ac:chgData name="Kollin Smits (student)" userId="7f06c83b-9906-45c9-bcf2-498810ba21db" providerId="ADAL" clId="{90716DD7-EB55-4DC0-AE10-43F25CA2302D}" dt="2025-09-30T08:59:19.041" v="170" actId="26606"/>
          <ac:spMkLst>
            <pc:docMk/>
            <pc:sldMk cId="2783665136" sldId="266"/>
            <ac:spMk id="21" creationId="{83BCB34A-2F40-4F41-8488-A134C1C155B7}"/>
          </ac:spMkLst>
        </pc:spChg>
        <pc:spChg chg="add">
          <ac:chgData name="Kollin Smits (student)" userId="7f06c83b-9906-45c9-bcf2-498810ba21db" providerId="ADAL" clId="{90716DD7-EB55-4DC0-AE10-43F25CA2302D}" dt="2025-09-30T08:59:19.041" v="170" actId="26606"/>
          <ac:spMkLst>
            <pc:docMk/>
            <pc:sldMk cId="2783665136" sldId="266"/>
            <ac:spMk id="23" creationId="{F78382DC-4207-465E-B379-1E16448AA222}"/>
          </ac:spMkLst>
        </pc:spChg>
        <pc:picChg chg="add mod ord">
          <ac:chgData name="Kollin Smits (student)" userId="7f06c83b-9906-45c9-bcf2-498810ba21db" providerId="ADAL" clId="{90716DD7-EB55-4DC0-AE10-43F25CA2302D}" dt="2025-09-30T08:59:23.594" v="171" actId="27614"/>
          <ac:picMkLst>
            <pc:docMk/>
            <pc:sldMk cId="2783665136" sldId="266"/>
            <ac:picMk id="5" creationId="{D47CB85C-876D-8AAD-2A92-4331F4974D76}"/>
          </ac:picMkLst>
        </pc:picChg>
        <pc:picChg chg="add mod modCrop">
          <ac:chgData name="Kollin Smits (student)" userId="7f06c83b-9906-45c9-bcf2-498810ba21db" providerId="ADAL" clId="{90716DD7-EB55-4DC0-AE10-43F25CA2302D}" dt="2025-10-02T12:46:15.338" v="194" actId="1076"/>
          <ac:picMkLst>
            <pc:docMk/>
            <pc:sldMk cId="2783665136" sldId="266"/>
            <ac:picMk id="8" creationId="{233E8449-C042-77CE-A646-BA4954996515}"/>
          </ac:picMkLst>
        </pc:picChg>
      </pc:sldChg>
      <pc:sldChg chg="delSp modSp mod">
        <pc:chgData name="Kollin Smits (student)" userId="7f06c83b-9906-45c9-bcf2-498810ba21db" providerId="ADAL" clId="{90716DD7-EB55-4DC0-AE10-43F25CA2302D}" dt="2025-10-02T12:45:39.086" v="192" actId="1076"/>
        <pc:sldMkLst>
          <pc:docMk/>
          <pc:sldMk cId="87486983" sldId="267"/>
        </pc:sldMkLst>
        <pc:spChg chg="del">
          <ac:chgData name="Kollin Smits (student)" userId="7f06c83b-9906-45c9-bcf2-498810ba21db" providerId="ADAL" clId="{90716DD7-EB55-4DC0-AE10-43F25CA2302D}" dt="2025-10-02T12:43:55.368" v="183" actId="478"/>
          <ac:spMkLst>
            <pc:docMk/>
            <pc:sldMk cId="87486983" sldId="267"/>
            <ac:spMk id="17" creationId="{D7002080-8FEB-8B13-597D-515754A8D850}"/>
          </ac:spMkLst>
        </pc:spChg>
        <pc:picChg chg="mod">
          <ac:chgData name="Kollin Smits (student)" userId="7f06c83b-9906-45c9-bcf2-498810ba21db" providerId="ADAL" clId="{90716DD7-EB55-4DC0-AE10-43F25CA2302D}" dt="2025-10-02T12:45:39.086" v="192" actId="1076"/>
          <ac:picMkLst>
            <pc:docMk/>
            <pc:sldMk cId="87486983" sldId="267"/>
            <ac:picMk id="13" creationId="{31DB5E80-5574-1083-9D21-358D3DC2BBC4}"/>
          </ac:picMkLst>
        </pc:picChg>
      </pc:sldChg>
    </pc:docChg>
  </pc:docChgLst>
  <pc:docChgLst>
    <pc:chgData name="Yorick te Riele (student)" userId="dbf94d12-570e-4cf5-8358-2a3c4678de77" providerId="ADAL" clId="{B1363305-0058-4498-93FC-17C42B12FF9D}"/>
    <pc:docChg chg="undo custSel addSld delSld modSld">
      <pc:chgData name="Yorick te Riele (student)" userId="dbf94d12-570e-4cf5-8358-2a3c4678de77" providerId="ADAL" clId="{B1363305-0058-4498-93FC-17C42B12FF9D}" dt="2025-10-02T12:45:20.425" v="605" actId="14100"/>
      <pc:docMkLst>
        <pc:docMk/>
      </pc:docMkLst>
      <pc:sldChg chg="addSp modSp mod">
        <pc:chgData name="Yorick te Riele (student)" userId="dbf94d12-570e-4cf5-8358-2a3c4678de77" providerId="ADAL" clId="{B1363305-0058-4498-93FC-17C42B12FF9D}" dt="2025-09-17T09:57:32.390" v="131" actId="1076"/>
        <pc:sldMkLst>
          <pc:docMk/>
          <pc:sldMk cId="683879252" sldId="256"/>
        </pc:sldMkLst>
        <pc:spChg chg="mod">
          <ac:chgData name="Yorick te Riele (student)" userId="dbf94d12-570e-4cf5-8358-2a3c4678de77" providerId="ADAL" clId="{B1363305-0058-4498-93FC-17C42B12FF9D}" dt="2025-09-17T09:49:35.192" v="122" actId="20577"/>
          <ac:spMkLst>
            <pc:docMk/>
            <pc:sldMk cId="683879252" sldId="256"/>
            <ac:spMk id="2" creationId="{103E6457-EBC2-ECEF-B17E-ADE6BCE7674E}"/>
          </ac:spMkLst>
        </pc:spChg>
      </pc:sldChg>
      <pc:sldChg chg="addSp delSp modSp new mod">
        <pc:chgData name="Yorick te Riele (student)" userId="dbf94d12-570e-4cf5-8358-2a3c4678de77" providerId="ADAL" clId="{B1363305-0058-4498-93FC-17C42B12FF9D}" dt="2025-09-30T08:48:53.318" v="414" actId="1076"/>
        <pc:sldMkLst>
          <pc:docMk/>
          <pc:sldMk cId="224366249" sldId="257"/>
        </pc:sldMkLst>
        <pc:spChg chg="mod">
          <ac:chgData name="Yorick te Riele (student)" userId="dbf94d12-570e-4cf5-8358-2a3c4678de77" providerId="ADAL" clId="{B1363305-0058-4498-93FC-17C42B12FF9D}" dt="2025-09-30T08:14:13.828" v="279" actId="313"/>
          <ac:spMkLst>
            <pc:docMk/>
            <pc:sldMk cId="224366249" sldId="257"/>
            <ac:spMk id="2" creationId="{8CC43E49-6F7B-69BB-EA4E-74F5191191C4}"/>
          </ac:spMkLst>
        </pc:spChg>
        <pc:spChg chg="add del mod">
          <ac:chgData name="Yorick te Riele (student)" userId="dbf94d12-570e-4cf5-8358-2a3c4678de77" providerId="ADAL" clId="{B1363305-0058-4498-93FC-17C42B12FF9D}" dt="2025-09-30T08:16:37.527" v="306" actId="1076"/>
          <ac:spMkLst>
            <pc:docMk/>
            <pc:sldMk cId="224366249" sldId="257"/>
            <ac:spMk id="7" creationId="{57076F9A-4E0B-7E9D-BCF5-FB06A0FC4924}"/>
          </ac:spMkLst>
        </pc:spChg>
        <pc:spChg chg="add mod">
          <ac:chgData name="Yorick te Riele (student)" userId="dbf94d12-570e-4cf5-8358-2a3c4678de77" providerId="ADAL" clId="{B1363305-0058-4498-93FC-17C42B12FF9D}" dt="2025-09-30T08:21:39.246" v="330" actId="1076"/>
          <ac:spMkLst>
            <pc:docMk/>
            <pc:sldMk cId="224366249" sldId="257"/>
            <ac:spMk id="19" creationId="{EF57EAEB-E676-1C57-39C8-3C2555ECD8A1}"/>
          </ac:spMkLst>
        </pc:spChg>
        <pc:picChg chg="add mod">
          <ac:chgData name="Yorick te Riele (student)" userId="dbf94d12-570e-4cf5-8358-2a3c4678de77" providerId="ADAL" clId="{B1363305-0058-4498-93FC-17C42B12FF9D}" dt="2025-09-30T08:48:53.318" v="414" actId="1076"/>
          <ac:picMkLst>
            <pc:docMk/>
            <pc:sldMk cId="224366249" sldId="257"/>
            <ac:picMk id="23" creationId="{4C17CC78-0BCC-C318-9E9E-219E53C47C4A}"/>
          </ac:picMkLst>
        </pc:picChg>
      </pc:sldChg>
      <pc:sldChg chg="addSp modSp new mod">
        <pc:chgData name="Yorick te Riele (student)" userId="dbf94d12-570e-4cf5-8358-2a3c4678de77" providerId="ADAL" clId="{B1363305-0058-4498-93FC-17C42B12FF9D}" dt="2025-09-17T09:45:42.713" v="119"/>
        <pc:sldMkLst>
          <pc:docMk/>
          <pc:sldMk cId="2485737998" sldId="258"/>
        </pc:sldMkLst>
      </pc:sldChg>
      <pc:sldChg chg="addSp delSp modSp new mod">
        <pc:chgData name="Yorick te Riele (student)" userId="dbf94d12-570e-4cf5-8358-2a3c4678de77" providerId="ADAL" clId="{B1363305-0058-4498-93FC-17C42B12FF9D}" dt="2025-09-30T09:01:08.259" v="564" actId="20577"/>
        <pc:sldMkLst>
          <pc:docMk/>
          <pc:sldMk cId="4177380399" sldId="259"/>
        </pc:sldMkLst>
        <pc:spChg chg="mod">
          <ac:chgData name="Yorick te Riele (student)" userId="dbf94d12-570e-4cf5-8358-2a3c4678de77" providerId="ADAL" clId="{B1363305-0058-4498-93FC-17C42B12FF9D}" dt="2025-09-30T09:01:08.259" v="564" actId="20577"/>
          <ac:spMkLst>
            <pc:docMk/>
            <pc:sldMk cId="4177380399" sldId="259"/>
            <ac:spMk id="3" creationId="{394CB28D-FF6A-D616-1C75-E2BB42BFA31B}"/>
          </ac:spMkLst>
        </pc:spChg>
        <pc:picChg chg="add">
          <ac:chgData name="Yorick te Riele (student)" userId="dbf94d12-570e-4cf5-8358-2a3c4678de77" providerId="ADAL" clId="{B1363305-0058-4498-93FC-17C42B12FF9D}" dt="2025-09-30T08:59:34.056" v="430" actId="22"/>
          <ac:picMkLst>
            <pc:docMk/>
            <pc:sldMk cId="4177380399" sldId="259"/>
            <ac:picMk id="5" creationId="{A5764984-6D99-6416-5533-21C3B7A41022}"/>
          </ac:picMkLst>
        </pc:picChg>
      </pc:sldChg>
      <pc:sldChg chg="del">
        <pc:chgData name="Yorick te Riele (student)" userId="dbf94d12-570e-4cf5-8358-2a3c4678de77" providerId="ADAL" clId="{B1363305-0058-4498-93FC-17C42B12FF9D}" dt="2025-10-02T12:36:08.409" v="600" actId="2696"/>
        <pc:sldMkLst>
          <pc:docMk/>
          <pc:sldMk cId="456149152" sldId="260"/>
        </pc:sldMkLst>
      </pc:sldChg>
      <pc:sldChg chg="addSp delSp modSp mod">
        <pc:chgData name="Yorick te Riele (student)" userId="dbf94d12-570e-4cf5-8358-2a3c4678de77" providerId="ADAL" clId="{B1363305-0058-4498-93FC-17C42B12FF9D}" dt="2025-09-30T09:03:50.706" v="588" actId="29295"/>
        <pc:sldMkLst>
          <pc:docMk/>
          <pc:sldMk cId="2219551940" sldId="261"/>
        </pc:sldMkLst>
        <pc:picChg chg="add mod">
          <ac:chgData name="Yorick te Riele (student)" userId="dbf94d12-570e-4cf5-8358-2a3c4678de77" providerId="ADAL" clId="{B1363305-0058-4498-93FC-17C42B12FF9D}" dt="2025-09-30T09:03:50.706" v="588" actId="29295"/>
          <ac:picMkLst>
            <pc:docMk/>
            <pc:sldMk cId="2219551940" sldId="261"/>
            <ac:picMk id="5" creationId="{98F6AA11-378B-DF2B-07A2-A8EC9EEAD20F}"/>
          </ac:picMkLst>
        </pc:picChg>
        <pc:picChg chg="add mod">
          <ac:chgData name="Yorick te Riele (student)" userId="dbf94d12-570e-4cf5-8358-2a3c4678de77" providerId="ADAL" clId="{B1363305-0058-4498-93FC-17C42B12FF9D}" dt="2025-09-17T11:53:51.784" v="233" actId="1076"/>
          <ac:picMkLst>
            <pc:docMk/>
            <pc:sldMk cId="2219551940" sldId="261"/>
            <ac:picMk id="6" creationId="{3A5B14C4-C119-7A24-016C-9E327701D390}"/>
          </ac:picMkLst>
        </pc:picChg>
      </pc:sldChg>
      <pc:sldChg chg="addSp modSp new del mod">
        <pc:chgData name="Yorick te Riele (student)" userId="dbf94d12-570e-4cf5-8358-2a3c4678de77" providerId="ADAL" clId="{B1363305-0058-4498-93FC-17C42B12FF9D}" dt="2025-09-30T08:53:54.566" v="425" actId="2696"/>
        <pc:sldMkLst>
          <pc:docMk/>
          <pc:sldMk cId="3874274801" sldId="262"/>
        </pc:sldMkLst>
      </pc:sldChg>
      <pc:sldChg chg="modSp add mod">
        <pc:chgData name="Yorick te Riele (student)" userId="dbf94d12-570e-4cf5-8358-2a3c4678de77" providerId="ADAL" clId="{B1363305-0058-4498-93FC-17C42B12FF9D}" dt="2025-09-30T08:49:33.312" v="423" actId="20577"/>
        <pc:sldMkLst>
          <pc:docMk/>
          <pc:sldMk cId="142510810" sldId="263"/>
        </pc:sldMkLst>
        <pc:spChg chg="mod">
          <ac:chgData name="Yorick te Riele (student)" userId="dbf94d12-570e-4cf5-8358-2a3c4678de77" providerId="ADAL" clId="{B1363305-0058-4498-93FC-17C42B12FF9D}" dt="2025-09-30T08:49:33.312" v="423" actId="20577"/>
          <ac:spMkLst>
            <pc:docMk/>
            <pc:sldMk cId="142510810" sldId="263"/>
            <ac:spMk id="2" creationId="{84C9B163-85E5-0143-90D6-E4E361737F12}"/>
          </ac:spMkLst>
        </pc:spChg>
        <pc:spChg chg="mod">
          <ac:chgData name="Yorick te Riele (student)" userId="dbf94d12-570e-4cf5-8358-2a3c4678de77" providerId="ADAL" clId="{B1363305-0058-4498-93FC-17C42B12FF9D}" dt="2025-09-30T08:12:19.542" v="261"/>
          <ac:spMkLst>
            <pc:docMk/>
            <pc:sldMk cId="142510810" sldId="263"/>
            <ac:spMk id="3" creationId="{5493126B-A26F-2CEF-B8C6-E2A7883D26A3}"/>
          </ac:spMkLst>
        </pc:spChg>
      </pc:sldChg>
      <pc:sldChg chg="addSp delSp modSp new mod">
        <pc:chgData name="Yorick te Riele (student)" userId="dbf94d12-570e-4cf5-8358-2a3c4678de77" providerId="ADAL" clId="{B1363305-0058-4498-93FC-17C42B12FF9D}" dt="2025-09-30T08:23:55.349" v="343" actId="1076"/>
        <pc:sldMkLst>
          <pc:docMk/>
          <pc:sldMk cId="469021659" sldId="264"/>
        </pc:sldMkLst>
        <pc:picChg chg="add mod modCrop">
          <ac:chgData name="Yorick te Riele (student)" userId="dbf94d12-570e-4cf5-8358-2a3c4678de77" providerId="ADAL" clId="{B1363305-0058-4498-93FC-17C42B12FF9D}" dt="2025-09-30T08:23:55.349" v="343" actId="1076"/>
          <ac:picMkLst>
            <pc:docMk/>
            <pc:sldMk cId="469021659" sldId="264"/>
            <ac:picMk id="5" creationId="{7D047BFD-B376-163D-3E76-1FCC1528370D}"/>
          </ac:picMkLst>
        </pc:picChg>
      </pc:sldChg>
      <pc:sldChg chg="addSp delSp modSp new mod setBg">
        <pc:chgData name="Yorick te Riele (student)" userId="dbf94d12-570e-4cf5-8358-2a3c4678de77" providerId="ADAL" clId="{B1363305-0058-4498-93FC-17C42B12FF9D}" dt="2025-09-30T08:51:22.563" v="424" actId="20577"/>
        <pc:sldMkLst>
          <pc:docMk/>
          <pc:sldMk cId="990230827" sldId="265"/>
        </pc:sldMkLst>
        <pc:spChg chg="mo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2" creationId="{564DC601-00A7-83FE-6AE0-D7E83B70F1F3}"/>
          </ac:spMkLst>
        </pc:spChg>
        <pc:spChg chg="add mod">
          <ac:chgData name="Yorick te Riele (student)" userId="dbf94d12-570e-4cf5-8358-2a3c4678de77" providerId="ADAL" clId="{B1363305-0058-4498-93FC-17C42B12FF9D}" dt="2025-09-30T08:51:22.563" v="424" actId="20577"/>
          <ac:spMkLst>
            <pc:docMk/>
            <pc:sldMk cId="990230827" sldId="265"/>
            <ac:spMk id="4" creationId="{37F3C082-169B-ED33-9700-B4B83EB78DEF}"/>
          </ac:spMkLst>
        </pc:spChg>
        <pc:spChg chg="ad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8" creationId="{09588DA8-065E-4F6F-8EFD-43104AB2E0CF}"/>
          </ac:spMkLst>
        </pc:spChg>
        <pc:spChg chg="ad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10" creationId="{C4285719-470E-454C-AF62-8323075F1F5B}"/>
          </ac:spMkLst>
        </pc:spChg>
        <pc:spChg chg="ad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12" creationId="{CD9FE4EF-C4D8-49A0-B2FF-81D8DB7D8A24}"/>
          </ac:spMkLst>
        </pc:spChg>
        <pc:spChg chg="ad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14" creationId="{4300840D-0A0B-4512-BACA-B439D5B9C57C}"/>
          </ac:spMkLst>
        </pc:spChg>
        <pc:spChg chg="ad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16" creationId="{D2B78728-A580-49A7-84F9-6EF6F583ADE0}"/>
          </ac:spMkLst>
        </pc:spChg>
        <pc:spChg chg="ad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18" creationId="{38FAA1A1-D861-433F-88FA-1E9D6FD31D11}"/>
          </ac:spMkLst>
        </pc:spChg>
        <pc:spChg chg="add">
          <ac:chgData name="Yorick te Riele (student)" userId="dbf94d12-570e-4cf5-8358-2a3c4678de77" providerId="ADAL" clId="{B1363305-0058-4498-93FC-17C42B12FF9D}" dt="2025-09-30T08:41:29.119" v="371" actId="26606"/>
          <ac:spMkLst>
            <pc:docMk/>
            <pc:sldMk cId="990230827" sldId="265"/>
            <ac:spMk id="20" creationId="{8D71EDA1-87BF-4D5D-AB79-F346FD19278A}"/>
          </ac:spMkLst>
        </pc:spChg>
      </pc:sldChg>
      <pc:sldChg chg="new del">
        <pc:chgData name="Yorick te Riele (student)" userId="dbf94d12-570e-4cf5-8358-2a3c4678de77" providerId="ADAL" clId="{B1363305-0058-4498-93FC-17C42B12FF9D}" dt="2025-09-30T08:41:11.766" v="364" actId="680"/>
        <pc:sldMkLst>
          <pc:docMk/>
          <pc:sldMk cId="3869043382" sldId="265"/>
        </pc:sldMkLst>
      </pc:sldChg>
      <pc:sldChg chg="addSp delSp add del setBg delDesignElem">
        <pc:chgData name="Yorick te Riele (student)" userId="dbf94d12-570e-4cf5-8358-2a3c4678de77" providerId="ADAL" clId="{B1363305-0058-4498-93FC-17C42B12FF9D}" dt="2025-09-30T08:41:11.315" v="363"/>
        <pc:sldMkLst>
          <pc:docMk/>
          <pc:sldMk cId="2098458346" sldId="266"/>
        </pc:sldMkLst>
      </pc:sldChg>
      <pc:sldChg chg="addSp delSp modSp mod">
        <pc:chgData name="Yorick te Riele (student)" userId="dbf94d12-570e-4cf5-8358-2a3c4678de77" providerId="ADAL" clId="{B1363305-0058-4498-93FC-17C42B12FF9D}" dt="2025-10-02T12:36:19.208" v="602" actId="478"/>
        <pc:sldMkLst>
          <pc:docMk/>
          <pc:sldMk cId="2783665136" sldId="266"/>
        </pc:sldMkLst>
        <pc:picChg chg="del">
          <ac:chgData name="Yorick te Riele (student)" userId="dbf94d12-570e-4cf5-8358-2a3c4678de77" providerId="ADAL" clId="{B1363305-0058-4498-93FC-17C42B12FF9D}" dt="2025-10-02T12:36:19.208" v="602" actId="478"/>
          <ac:picMkLst>
            <pc:docMk/>
            <pc:sldMk cId="2783665136" sldId="266"/>
            <ac:picMk id="6" creationId="{9CCE89E4-E914-5DF1-1E9B-FB1A180D70A2}"/>
          </ac:picMkLst>
        </pc:picChg>
        <pc:picChg chg="add del mod">
          <ac:chgData name="Yorick te Riele (student)" userId="dbf94d12-570e-4cf5-8358-2a3c4678de77" providerId="ADAL" clId="{B1363305-0058-4498-93FC-17C42B12FF9D}" dt="2025-10-02T12:36:17.479" v="601" actId="478"/>
          <ac:picMkLst>
            <pc:docMk/>
            <pc:sldMk cId="2783665136" sldId="266"/>
            <ac:picMk id="7" creationId="{B36C058F-BDB9-74A0-7E2F-1ABCE0BE3723}"/>
          </ac:picMkLst>
        </pc:picChg>
      </pc:sldChg>
      <pc:sldChg chg="addSp delSp modSp new mod setBg">
        <pc:chgData name="Yorick te Riele (student)" userId="dbf94d12-570e-4cf5-8358-2a3c4678de77" providerId="ADAL" clId="{B1363305-0058-4498-93FC-17C42B12FF9D}" dt="2025-10-02T12:45:20.425" v="605" actId="14100"/>
        <pc:sldMkLst>
          <pc:docMk/>
          <pc:sldMk cId="87486983" sldId="267"/>
        </pc:sldMkLst>
        <pc:spChg chg="mod ord">
          <ac:chgData name="Yorick te Riele (student)" userId="dbf94d12-570e-4cf5-8358-2a3c4678de77" providerId="ADAL" clId="{B1363305-0058-4498-93FC-17C42B12FF9D}" dt="2025-09-30T09:02:17.536" v="579" actId="26606"/>
          <ac:spMkLst>
            <pc:docMk/>
            <pc:sldMk cId="87486983" sldId="267"/>
            <ac:spMk id="2" creationId="{9005CF9B-4984-6E88-76FA-A4D79B01F978}"/>
          </ac:spMkLst>
        </pc:spChg>
        <pc:spChg chg="add">
          <ac:chgData name="Yorick te Riele (student)" userId="dbf94d12-570e-4cf5-8358-2a3c4678de77" providerId="ADAL" clId="{B1363305-0058-4498-93FC-17C42B12FF9D}" dt="2025-09-30T09:12:36.597" v="593"/>
          <ac:spMkLst>
            <pc:docMk/>
            <pc:sldMk cId="87486983" sldId="267"/>
            <ac:spMk id="6" creationId="{B60ABF2B-1963-94A5-FE83-478EE38F906D}"/>
          </ac:spMkLst>
        </pc:spChg>
        <pc:spChg chg="add mod">
          <ac:chgData name="Yorick te Riele (student)" userId="dbf94d12-570e-4cf5-8358-2a3c4678de77" providerId="ADAL" clId="{B1363305-0058-4498-93FC-17C42B12FF9D}" dt="2025-09-30T09:12:40.792" v="594"/>
          <ac:spMkLst>
            <pc:docMk/>
            <pc:sldMk cId="87486983" sldId="267"/>
            <ac:spMk id="7" creationId="{6ED7A28C-C755-DEF6-0F40-56B1B4CD1D93}"/>
          </ac:spMkLst>
        </pc:spChg>
        <pc:spChg chg="add">
          <ac:chgData name="Yorick te Riele (student)" userId="dbf94d12-570e-4cf5-8358-2a3c4678de77" providerId="ADAL" clId="{B1363305-0058-4498-93FC-17C42B12FF9D}" dt="2025-09-30T09:02:17.536" v="579" actId="26606"/>
          <ac:spMkLst>
            <pc:docMk/>
            <pc:sldMk cId="87486983" sldId="267"/>
            <ac:spMk id="21" creationId="{37C89E4B-3C9F-44B9-8B86-D9E3D112D8EC}"/>
          </ac:spMkLst>
        </pc:spChg>
        <pc:picChg chg="add mod">
          <ac:chgData name="Yorick te Riele (student)" userId="dbf94d12-570e-4cf5-8358-2a3c4678de77" providerId="ADAL" clId="{B1363305-0058-4498-93FC-17C42B12FF9D}" dt="2025-10-02T12:45:20.425" v="605" actId="14100"/>
          <ac:picMkLst>
            <pc:docMk/>
            <pc:sldMk cId="87486983" sldId="267"/>
            <ac:picMk id="13" creationId="{31DB5E80-5574-1083-9D21-358D3DC2BBC4}"/>
          </ac:picMkLst>
        </pc:picChg>
        <pc:cxnChg chg="add">
          <ac:chgData name="Yorick te Riele (student)" userId="dbf94d12-570e-4cf5-8358-2a3c4678de77" providerId="ADAL" clId="{B1363305-0058-4498-93FC-17C42B12FF9D}" dt="2025-09-30T09:02:17.536" v="579" actId="26606"/>
          <ac:cxnSpMkLst>
            <pc:docMk/>
            <pc:sldMk cId="87486983" sldId="267"/>
            <ac:cxnSpMk id="23" creationId="{AA2EAA10-076F-46BD-8F0F-B9A2FB77A85C}"/>
          </ac:cxnSpMkLst>
        </pc:cxnChg>
        <pc:cxnChg chg="add">
          <ac:chgData name="Yorick te Riele (student)" userId="dbf94d12-570e-4cf5-8358-2a3c4678de77" providerId="ADAL" clId="{B1363305-0058-4498-93FC-17C42B12FF9D}" dt="2025-09-30T09:02:17.536" v="579" actId="26606"/>
          <ac:cxnSpMkLst>
            <pc:docMk/>
            <pc:sldMk cId="87486983" sldId="267"/>
            <ac:cxnSpMk id="25" creationId="{D891E407-403B-4764-86C9-33A56D3BCAA3}"/>
          </ac:cxnSpMkLst>
        </pc:cxnChg>
      </pc:sldChg>
      <pc:sldChg chg="addSp delSp add del setBg delDesignElem">
        <pc:chgData name="Yorick te Riele (student)" userId="dbf94d12-570e-4cf5-8358-2a3c4678de77" providerId="ADAL" clId="{B1363305-0058-4498-93FC-17C42B12FF9D}" dt="2025-09-30T09:01:25.544" v="568"/>
        <pc:sldMkLst>
          <pc:docMk/>
          <pc:sldMk cId="3164269588" sldId="268"/>
        </pc:sldMkLst>
      </pc:sldChg>
    </pc:docChg>
  </pc:docChgLst>
  <pc:docChgLst>
    <pc:chgData name="Yorick te Riele (student)" userId="dbf94d12-570e-4cf5-8358-2a3c4678de77" providerId="ADAL" clId="{062E8E2A-7D90-4C1E-9C8D-08EDCB1D7713}"/>
    <pc:docChg chg="custSel modSld">
      <pc:chgData name="Yorick te Riele (student)" userId="dbf94d12-570e-4cf5-8358-2a3c4678de77" providerId="ADAL" clId="{062E8E2A-7D90-4C1E-9C8D-08EDCB1D7713}" dt="2025-10-03T09:30:57.184" v="15" actId="1076"/>
      <pc:docMkLst>
        <pc:docMk/>
      </pc:docMkLst>
      <pc:sldChg chg="modNotesTx">
        <pc:chgData name="Yorick te Riele (student)" userId="dbf94d12-570e-4cf5-8358-2a3c4678de77" providerId="ADAL" clId="{062E8E2A-7D90-4C1E-9C8D-08EDCB1D7713}" dt="2025-09-26T09:22:52.918" v="11" actId="20577"/>
        <pc:sldMkLst>
          <pc:docMk/>
          <pc:sldMk cId="456149152" sldId="260"/>
        </pc:sldMkLst>
      </pc:sldChg>
      <pc:sldChg chg="modSp mod">
        <pc:chgData name="Yorick te Riele (student)" userId="dbf94d12-570e-4cf5-8358-2a3c4678de77" providerId="ADAL" clId="{062E8E2A-7D90-4C1E-9C8D-08EDCB1D7713}" dt="2025-10-03T09:30:57.184" v="15" actId="1076"/>
        <pc:sldMkLst>
          <pc:docMk/>
          <pc:sldMk cId="2219551940" sldId="261"/>
        </pc:sldMkLst>
        <pc:picChg chg="mod">
          <ac:chgData name="Yorick te Riele (student)" userId="dbf94d12-570e-4cf5-8358-2a3c4678de77" providerId="ADAL" clId="{062E8E2A-7D90-4C1E-9C8D-08EDCB1D7713}" dt="2025-10-03T09:30:57.184" v="15" actId="1076"/>
          <ac:picMkLst>
            <pc:docMk/>
            <pc:sldMk cId="2219551940" sldId="261"/>
            <ac:picMk id="5" creationId="{98F6AA11-378B-DF2B-07A2-A8EC9EEAD20F}"/>
          </ac:picMkLst>
        </pc:picChg>
      </pc:sldChg>
      <pc:sldChg chg="delSp mod">
        <pc:chgData name="Yorick te Riele (student)" userId="dbf94d12-570e-4cf5-8358-2a3c4678de77" providerId="ADAL" clId="{062E8E2A-7D90-4C1E-9C8D-08EDCB1D7713}" dt="2025-10-03T09:30:11.597" v="12" actId="478"/>
        <pc:sldMkLst>
          <pc:docMk/>
          <pc:sldMk cId="2783665136" sldId="266"/>
        </pc:sldMkLst>
        <pc:picChg chg="del">
          <ac:chgData name="Yorick te Riele (student)" userId="dbf94d12-570e-4cf5-8358-2a3c4678de77" providerId="ADAL" clId="{062E8E2A-7D90-4C1E-9C8D-08EDCB1D7713}" dt="2025-10-03T09:30:11.597" v="12" actId="478"/>
          <ac:picMkLst>
            <pc:docMk/>
            <pc:sldMk cId="2783665136" sldId="266"/>
            <ac:picMk id="8" creationId="{233E8449-C042-77CE-A646-BA49549965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55246-8AC4-496A-87A1-DF3A47057CB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B3F58-8B14-41ED-9777-89F49E3300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6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3F58-8B14-41ED-9777-89F49E3300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24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Dames en heren, pennen neer, schrijf je laatste zin af</a:t>
            </a:r>
            <a:br>
              <a:rPr lang="nl-NL"/>
            </a:br>
            <a:r>
              <a:rPr lang="nl-NL"/>
              <a:t>Ik niet, ik wil meer, ik zat achter in de klas</a:t>
            </a:r>
            <a:br>
              <a:rPr lang="nl-NL"/>
            </a:br>
            <a:r>
              <a:rPr lang="nl-NL"/>
              <a:t>Aan het wachten op de bel en ik ga rennend naar huis</a:t>
            </a:r>
            <a:br>
              <a:rPr lang="nl-NL"/>
            </a:br>
            <a:r>
              <a:rPr lang="nl-NL"/>
              <a:t>Ik heb honderden ideeën en die moeten </a:t>
            </a:r>
            <a:r>
              <a:rPr lang="nl-NL" err="1"/>
              <a:t>dr</a:t>
            </a:r>
            <a:r>
              <a:rPr lang="nl-NL"/>
              <a:t> uit</a:t>
            </a:r>
            <a:br>
              <a:rPr lang="nl-NL"/>
            </a:br>
            <a:r>
              <a:rPr lang="nl-NL" err="1"/>
              <a:t>Ey</a:t>
            </a:r>
            <a:r>
              <a:rPr lang="nl-NL"/>
              <a:t> </a:t>
            </a:r>
            <a:r>
              <a:rPr lang="nl-NL" err="1"/>
              <a:t>lippie</a:t>
            </a:r>
            <a:r>
              <a:rPr lang="nl-NL"/>
              <a:t>, heb je haast, ga je lekker jongen?</a:t>
            </a:r>
            <a:br>
              <a:rPr lang="nl-NL"/>
            </a:br>
            <a:r>
              <a:rPr lang="nl-NL"/>
              <a:t>Je wil toch rapper worden, rap eens voor me</a:t>
            </a:r>
            <a:br>
              <a:rPr lang="nl-NL"/>
            </a:br>
            <a:r>
              <a:rPr lang="nl-NL"/>
              <a:t>Gewoon negeren niet kijken, want ik kan lachen als laatst</a:t>
            </a:r>
            <a:br>
              <a:rPr lang="nl-NL"/>
            </a:br>
            <a:r>
              <a:rPr lang="nl-NL"/>
              <a:t>En ik kan niet laten blijken dat wat ze zeggen me raakt</a:t>
            </a:r>
          </a:p>
          <a:p>
            <a:r>
              <a:rPr lang="nl-NL"/>
              <a:t>Maar ik ben ook niet van steen</a:t>
            </a:r>
            <a:br>
              <a:rPr lang="nl-NL"/>
            </a:br>
            <a:r>
              <a:rPr lang="nl-NL"/>
              <a:t>Misschien Oost-Indisch doof</a:t>
            </a:r>
            <a:br>
              <a:rPr lang="nl-NL"/>
            </a:br>
            <a:r>
              <a:rPr lang="nl-NL"/>
              <a:t>En soms spook je nog steeds door mijn hoofd</a:t>
            </a:r>
            <a:br>
              <a:rPr lang="nl-NL"/>
            </a:br>
            <a:r>
              <a:rPr lang="nl-NL"/>
              <a:t>Dus</a:t>
            </a:r>
          </a:p>
          <a:p>
            <a:r>
              <a:rPr lang="nl-NL"/>
              <a:t>Bedankt voor die vlam, want die brandt weer als nooit tevoren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Ja, natuurlijk ben je bang voor de reünie</a:t>
            </a:r>
            <a:br>
              <a:rPr lang="nl-NL"/>
            </a:br>
            <a:r>
              <a:rPr lang="nl-NL"/>
              <a:t>Dus bedankt voor die vlam want die brandt weer als nooit tevoren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Ja, natuurlijk ben je bang voor de reünie</a:t>
            </a:r>
          </a:p>
          <a:p>
            <a:r>
              <a:rPr lang="nl-NL"/>
              <a:t>Ja, natuurlijk ben je bang voor de reünie</a:t>
            </a:r>
            <a:br>
              <a:rPr lang="nl-NL"/>
            </a:br>
            <a:r>
              <a:rPr lang="nl-NL"/>
              <a:t>Misschien schil ik wel een appel op de reünie</a:t>
            </a:r>
            <a:br>
              <a:rPr lang="nl-NL"/>
            </a:br>
            <a:r>
              <a:rPr lang="nl-NL"/>
              <a:t>Maar we zijn allebei volwassen op de reünie</a:t>
            </a:r>
            <a:br>
              <a:rPr lang="nl-NL"/>
            </a:br>
            <a:r>
              <a:rPr lang="nl-NL"/>
              <a:t>Dus nu schudden we de hand op de reünie</a:t>
            </a:r>
            <a:br>
              <a:rPr lang="nl-NL"/>
            </a:br>
            <a:r>
              <a:rPr lang="nl-NL"/>
              <a:t>Man, ik kan niet wachten op de reünie</a:t>
            </a:r>
            <a:br>
              <a:rPr lang="nl-NL"/>
            </a:br>
            <a:r>
              <a:rPr lang="nl-NL"/>
              <a:t>Mmm, mmm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Ik ben nu de man op de reünie</a:t>
            </a:r>
          </a:p>
          <a:p>
            <a:r>
              <a:rPr lang="nl-NL"/>
              <a:t>Dames en heren, ben er weer, vier shows, een nacht</a:t>
            </a:r>
            <a:br>
              <a:rPr lang="nl-NL"/>
            </a:br>
            <a:r>
              <a:rPr lang="nl-NL"/>
              <a:t>Ik heb nog meer problemen, maar een stuk minder last</a:t>
            </a:r>
            <a:br>
              <a:rPr lang="nl-NL"/>
            </a:br>
            <a:r>
              <a:rPr lang="nl-NL"/>
              <a:t>Aan het wachten op een taxi en dan plankgas naar huis</a:t>
            </a:r>
            <a:br>
              <a:rPr lang="nl-NL"/>
            </a:br>
            <a:r>
              <a:rPr lang="nl-NL"/>
              <a:t>Ik heb honderden verledens, maar die maken me juist</a:t>
            </a:r>
            <a:br>
              <a:rPr lang="nl-NL"/>
            </a:br>
            <a:r>
              <a:rPr lang="nl-NL"/>
              <a:t>En ja, ik had haast, ik had werk, jongens</a:t>
            </a:r>
            <a:br>
              <a:rPr lang="nl-NL"/>
            </a:br>
            <a:r>
              <a:rPr lang="nl-NL"/>
              <a:t>Ik had het kunnen voorspellen voor je</a:t>
            </a:r>
          </a:p>
          <a:p>
            <a:r>
              <a:rPr lang="nl-NL"/>
              <a:t>En ik zet alles op alles en zie me lachen als laatst</a:t>
            </a:r>
            <a:br>
              <a:rPr lang="nl-NL"/>
            </a:br>
            <a:r>
              <a:rPr lang="nl-NL"/>
              <a:t>Maar ik kan niet ontkennen dat wat ze zeggen me raakt</a:t>
            </a:r>
            <a:br>
              <a:rPr lang="nl-NL"/>
            </a:br>
            <a:r>
              <a:rPr lang="nl-NL"/>
              <a:t>Maar ik ben ook niet van steen</a:t>
            </a:r>
            <a:br>
              <a:rPr lang="nl-NL"/>
            </a:br>
            <a:r>
              <a:rPr lang="nl-NL"/>
              <a:t>Misschien Oost-Indisch doof</a:t>
            </a:r>
            <a:br>
              <a:rPr lang="nl-NL"/>
            </a:br>
            <a:r>
              <a:rPr lang="nl-NL"/>
              <a:t>En soms spook je nog steeds door mijn hoofd</a:t>
            </a:r>
            <a:br>
              <a:rPr lang="nl-NL"/>
            </a:br>
            <a:r>
              <a:rPr lang="nl-NL"/>
              <a:t>Dus</a:t>
            </a:r>
          </a:p>
          <a:p>
            <a:r>
              <a:rPr lang="nl-NL"/>
              <a:t>Bedankt voor die vlam, want die brandt weer als nooit tevoren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Ja, natuurlijk ben je bang voor de reünie</a:t>
            </a:r>
            <a:br>
              <a:rPr lang="nl-NL"/>
            </a:br>
            <a:r>
              <a:rPr lang="nl-NL"/>
              <a:t>Dus bedankt voor die vlam want die brandt weer als nooit tevoren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Ja, natuurlijk ben je bang voor de reünie</a:t>
            </a:r>
          </a:p>
          <a:p>
            <a:r>
              <a:rPr lang="nl-NL"/>
              <a:t>Ja, natuurlijk ben je voor de reünie</a:t>
            </a:r>
            <a:br>
              <a:rPr lang="nl-NL"/>
            </a:br>
            <a:r>
              <a:rPr lang="nl-NL"/>
              <a:t>Misschien schil ik wel een appel op de reünie</a:t>
            </a:r>
            <a:br>
              <a:rPr lang="nl-NL"/>
            </a:br>
            <a:r>
              <a:rPr lang="nl-NL"/>
              <a:t>Maar we zijn allebei volwassen op de reünie</a:t>
            </a:r>
            <a:br>
              <a:rPr lang="nl-NL"/>
            </a:br>
            <a:r>
              <a:rPr lang="nl-NL"/>
              <a:t>Dus nu schudden we de hand op de reünie</a:t>
            </a:r>
            <a:br>
              <a:rPr lang="nl-NL"/>
            </a:br>
            <a:r>
              <a:rPr lang="nl-NL"/>
              <a:t>Man, ik kan niet wachten op de reünie</a:t>
            </a:r>
            <a:br>
              <a:rPr lang="nl-NL"/>
            </a:br>
            <a:r>
              <a:rPr lang="nl-NL"/>
              <a:t>Mmm, mmm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Ik ben nu de man op de reünie</a:t>
            </a:r>
          </a:p>
          <a:p>
            <a:r>
              <a:rPr lang="nl-NL"/>
              <a:t>Bedankt voor die vlam, want die brandt weer als nooit tevoren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Ja, natuurlijk ben je bang voor de reünie</a:t>
            </a:r>
            <a:br>
              <a:rPr lang="nl-NL"/>
            </a:br>
            <a:r>
              <a:rPr lang="nl-NL"/>
              <a:t>Dus bedankt voor die vlam want die brandt weer als nooit tevoren</a:t>
            </a:r>
            <a:br>
              <a:rPr lang="nl-NL"/>
            </a:br>
            <a:r>
              <a:rPr lang="nl-NL"/>
              <a:t>En zonder jou was er geen muziek, dus het geeft nu niet</a:t>
            </a:r>
            <a:br>
              <a:rPr lang="nl-NL"/>
            </a:br>
            <a:r>
              <a:rPr lang="nl-NL"/>
              <a:t>Ja, natuurlijk ben je bang voor de reünie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3F58-8B14-41ED-9777-89F49E3300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21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3F58-8B14-41ED-9777-89F49E3300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1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3F58-8B14-41ED-9777-89F49E3300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05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46190-36BB-7831-8C28-6C1EAF667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ED95B-FF0D-349E-9029-48A12CBED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F11B6-4195-2577-D642-85E7D79E9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DACDD-0FCC-DE86-212C-A33B0888F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4AAE2-9CE2-484E-D440-36ECBFEA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8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C269D-92C3-FC5A-7F88-01A34A6F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C8166-6211-4B06-8A6B-B2BF898C8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A7301-F84C-4A12-C5E2-6A10AD4B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4A76C-E101-B8E3-58E0-11E48FD9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E42E5-DAD7-3AAD-6639-B7EE6AD9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1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1F642-D68B-D539-9E03-767E51D2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1E29F-2278-025E-CB94-AD747B539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4CCA3-BA58-418C-B546-F9FB3A46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878CD-87ED-BB8C-C9FE-94DD7652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0CB1F-F0A2-B56C-30EF-99AF29C8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81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759B-E602-9052-4536-C2937C5AC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54414-6FC6-F9D6-FCFE-3A238A2BA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A4EEB-C1FA-4B4E-8D0A-79708F736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861D1-ACC4-49EE-D469-9F42B389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FF490-16E0-2028-5527-BA1EC352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4606-FBD9-379E-3534-A11401DC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C540-B141-1D8F-6851-B25D2D85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FC214-907B-F895-FFE0-C897D5CD5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B1383-DF76-886F-C227-125FE4E6A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036B19-522D-FFF8-661A-0A5A3DAE3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67CE7-7EEA-F7C5-9AD3-5A7E406A7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62B6F-2A3F-52A2-49AF-78961B40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44511F-8A62-12CA-08B9-160FE6F6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633A-68B1-44B1-9729-B741FF7B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2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1425-D886-77A1-37FF-DB6A2E61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6996E-4499-B4A2-D7F8-896A181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03D65-4849-6506-47B9-425A391F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EB925-3A85-4B03-4BAA-3027BC3F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B3AA3-F3D9-AB0E-E080-065D7249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65CF3-44D9-198F-E77F-6B3122DA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829ED-CCAF-FDEA-776E-0F2DE7CC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2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D70E-9931-A86A-34D9-2BED29267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A0854-EBA5-DFB5-7F82-CE5EBBDB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F6DCA-A70E-9AA7-22B3-7146070B1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8748E-81F1-600A-195D-F22AFD0A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D21B5-3321-55D5-C3C4-7E9B6042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7BF69-3E4A-9023-F074-CB5DA1BA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EDBB-A649-3A0C-14FC-CA39F600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146E9-58E8-3CA1-6705-00D8359E0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87AC8-8124-655C-DBD6-09BFDDAF8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789C5-B26D-B26C-53E2-9A94420D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F85A4-4692-BC90-D6CE-D2D4B81C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2AC09-BDBD-57CF-73F2-9220CD98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9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604A-1C9D-F06A-7063-D1BC7A0D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6443C-77BC-BA6E-F0C5-A7055815A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401E9-724E-8095-536D-1019424A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F27C9-E4DD-C738-FB77-83CE815C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BBBF-3FF4-1C5F-B721-81FE313F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5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C80E3-1C6C-F828-264E-D60129F56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B9A3D-093F-2A61-9427-CC742D811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4E643-02C2-3CF0-F98D-542A24C4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868E-9C8F-4E8D-FAB4-6207F018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66008-C95A-6BB9-9BA1-7C4231C7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7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1F767-26BD-A147-9353-70A46BA07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F99BD-6ED1-E710-0BEC-3C4B98A15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0DB53-1F85-EAAC-5659-4D6FD3B41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B83F2-46AE-4CF0-A988-ABE84A5D5E8E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963C9-FA45-0D47-9328-A9B4BAA91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E57EB-F06A-316C-B442-477CB2600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01940-57F7-4D3C-9585-7F671847FC1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4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E6457-EBC2-ECEF-B17E-ADE6BCE76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nl-NL" sz="4800" err="1">
                <a:solidFill>
                  <a:srgbClr val="FFFFFF"/>
                </a:solidFill>
              </a:rPr>
              <a:t>Adaptor</a:t>
            </a:r>
            <a:r>
              <a:rPr lang="nl-NL" sz="4800">
                <a:solidFill>
                  <a:srgbClr val="FFFFFF"/>
                </a:solidFill>
              </a:rPr>
              <a:t> Design </a:t>
            </a:r>
            <a:r>
              <a:rPr lang="nl-NL" sz="4800" err="1">
                <a:solidFill>
                  <a:srgbClr val="FFFFFF"/>
                </a:solidFill>
              </a:rPr>
              <a:t>Pattern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0FF38-AE12-EE6F-5534-C1D60C8DD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7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43E49-6F7B-69BB-EA4E-74F519119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 Wat is het adaptor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76F9A-4E0B-7E9D-BCF5-FB06A0FC4924}"/>
              </a:ext>
            </a:extLst>
          </p:cNvPr>
          <p:cNvSpPr txBox="1"/>
          <p:nvPr/>
        </p:nvSpPr>
        <p:spPr>
          <a:xfrm>
            <a:off x="1157061" y="2875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sz="180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F57EAEB-E676-1C57-39C8-3C2555ECD8A1}"/>
              </a:ext>
            </a:extLst>
          </p:cNvPr>
          <p:cNvSpPr txBox="1">
            <a:spLocks/>
          </p:cNvSpPr>
          <p:nvPr/>
        </p:nvSpPr>
        <p:spPr>
          <a:xfrm>
            <a:off x="429617" y="2562225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/>
              <a:t>Doel: </a:t>
            </a:r>
            <a:r>
              <a:rPr lang="en-US" sz="2000" err="1"/>
              <a:t>koppelt</a:t>
            </a:r>
            <a:r>
              <a:rPr lang="en-US" sz="2000"/>
              <a:t> </a:t>
            </a:r>
            <a:r>
              <a:rPr lang="en-US" sz="2000" err="1"/>
              <a:t>incompatibele</a:t>
            </a:r>
            <a:r>
              <a:rPr lang="en-US" sz="2000"/>
              <a:t> interfaces</a:t>
            </a:r>
          </a:p>
          <a:p>
            <a:r>
              <a:rPr lang="en-US" sz="2000"/>
              <a:t>Type: </a:t>
            </a:r>
            <a:r>
              <a:rPr lang="en-US" sz="2000" err="1"/>
              <a:t>structureel</a:t>
            </a:r>
            <a:r>
              <a:rPr lang="en-US" sz="2000"/>
              <a:t> design pattern</a:t>
            </a:r>
          </a:p>
          <a:p>
            <a:r>
              <a:rPr lang="en-US" sz="2000"/>
              <a:t>Werking: </a:t>
            </a:r>
            <a:r>
              <a:rPr lang="en-US" sz="2000" err="1"/>
              <a:t>vertaalt</a:t>
            </a:r>
            <a:r>
              <a:rPr lang="en-US" sz="2000"/>
              <a:t> interface A → interface B</a:t>
            </a:r>
          </a:p>
          <a:p>
            <a:r>
              <a:rPr lang="nl-NL" sz="2000"/>
              <a:t>Gebruik: bij hergebruik van bestaande code zonder aanpassing</a:t>
            </a:r>
            <a:endParaRPr lang="en-US" sz="2000"/>
          </a:p>
          <a:p>
            <a:endParaRPr lang="en-US" sz="2000"/>
          </a:p>
        </p:txBody>
      </p:sp>
      <p:pic>
        <p:nvPicPr>
          <p:cNvPr id="23" name="Picture 22" descr="A close-up of a adapter&#10;&#10;AI-generated content may be incorrect.">
            <a:extLst>
              <a:ext uri="{FF2B5EF4-FFF2-40B4-BE49-F238E27FC236}">
                <a16:creationId xmlns:a16="http://schemas.microsoft.com/office/drawing/2014/main" id="{4C17CC78-0BCC-C318-9E9E-219E53C47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104" y="2299689"/>
            <a:ext cx="3803833" cy="351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F4EF-A165-D581-6323-96904D22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dapter design patterns&#10;&#10;AI-generated content may be incorrect.">
            <a:extLst>
              <a:ext uri="{FF2B5EF4-FFF2-40B4-BE49-F238E27FC236}">
                <a16:creationId xmlns:a16="http://schemas.microsoft.com/office/drawing/2014/main" id="{7D047BFD-B376-163D-3E76-1FCC15283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5" r="10992"/>
          <a:stretch>
            <a:fillRect/>
          </a:stretch>
        </p:blipFill>
        <p:spPr>
          <a:xfrm>
            <a:off x="700087" y="0"/>
            <a:ext cx="10791825" cy="6858000"/>
          </a:xfrm>
        </p:spPr>
      </p:pic>
    </p:spTree>
    <p:extLst>
      <p:ext uri="{BB962C8B-B14F-4D97-AF65-F5344CB8AC3E}">
        <p14:creationId xmlns:p14="http://schemas.microsoft.com/office/powerpoint/2010/main" val="46902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DC601-00A7-83FE-6AE0-D7E83B70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nl-NL" sz="4000">
                <a:solidFill>
                  <a:srgbClr val="FFFFFF"/>
                </a:solidFill>
              </a:rPr>
              <a:t>SOLID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F3C082-169B-ED33-9700-B4B83EB78D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67695" y="2838972"/>
            <a:ext cx="690990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SRP</a:t>
            </a:r>
            <a:r>
              <a:rPr lang="en-US" altLang="en-US" sz="1800" b="1">
                <a:latin typeface="Arial" panose="020B0604020202020204" pitchFamily="34" charset="0"/>
              </a:rPr>
              <a:t>:</a:t>
            </a:r>
            <a:r>
              <a:rPr lang="en-US" altLang="en-US" sz="1800">
                <a:latin typeface="Arial" panose="020B0604020202020204" pitchFamily="34" charset="0"/>
              </a:rPr>
              <a:t> 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dapter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heeft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één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duidelijke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taak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vertalen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van interface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naar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OCP: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err="1">
                <a:latin typeface="Arial" panose="020B0604020202020204" pitchFamily="34" charset="0"/>
              </a:rPr>
              <a:t>N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ieuwe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adapters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toevoegen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zonder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bestaande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code te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wijzigen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023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FDF9-A4B1-D40E-42FB-AB7CCC0F7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ADB227-864E-E428-1913-BBE5CCC2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B6476C-F713-96BC-FD5D-C1ACF8660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CAC20A-15A0-2FD6-7B67-1C3E31F1B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72DD7-208A-FFCC-5B07-BA8E72D97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7D9B2B-0E5C-8A49-94DC-740D30C68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9B163-85E5-0143-90D6-E4E36173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 casus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3126B-A26F-2CEF-B8C6-E2A7883D2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562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nl-NL" sz="2000"/>
              <a:t>Je hebt een webshop waar klanten met verschillende methodes kunnen betalen.</a:t>
            </a:r>
          </a:p>
          <a:p>
            <a:r>
              <a:rPr lang="nl-NL" sz="2000"/>
              <a:t>Je systeem werkt met een interface </a:t>
            </a:r>
            <a:r>
              <a:rPr lang="nl-NL" sz="2000" b="1" err="1"/>
              <a:t>IPaymentProcessor</a:t>
            </a:r>
            <a:r>
              <a:rPr lang="nl-NL" sz="2000"/>
              <a:t>.</a:t>
            </a:r>
          </a:p>
          <a:p>
            <a:r>
              <a:rPr lang="nl-NL" sz="2000"/>
              <a:t>Je hebt al een </a:t>
            </a:r>
            <a:r>
              <a:rPr lang="nl-NL" sz="2000" b="1" err="1"/>
              <a:t>CreditCardPayment</a:t>
            </a:r>
            <a:r>
              <a:rPr lang="nl-NL" sz="2000"/>
              <a:t> die netjes past.</a:t>
            </a:r>
          </a:p>
          <a:p>
            <a:r>
              <a:rPr lang="nl-NL" sz="2000"/>
              <a:t>Je wilt </a:t>
            </a:r>
            <a:r>
              <a:rPr lang="nl-NL" sz="2000" b="1"/>
              <a:t>PayPal</a:t>
            </a:r>
            <a:r>
              <a:rPr lang="nl-NL" sz="2000"/>
              <a:t> toevoegen, maar die API werkt totaal anders (bijv. e-mail + bedrag).</a:t>
            </a:r>
          </a:p>
          <a:p>
            <a:r>
              <a:rPr lang="nl-NL" sz="2000"/>
              <a:t>We lossen dit op met de </a:t>
            </a:r>
            <a:r>
              <a:rPr lang="nl-NL" sz="2000" b="1" err="1"/>
              <a:t>Adaptor</a:t>
            </a:r>
            <a:r>
              <a:rPr lang="nl-NL" sz="2000"/>
              <a:t>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251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50989-08CB-E4E3-0292-35E3FD07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F808F7-3218-7FC9-E63C-501231D26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CB5F60-65BD-3CEA-B49F-5D79F6AF9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9B05DC-35B3-CD3F-4041-5C79B7FF5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E65015-7D96-55FF-AD52-CAC213AF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4004E2-B3AB-B381-E3FC-83A3B5BC6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351B2-405E-4BEF-6B28-152EB2F6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Wat </a:t>
            </a:r>
            <a:r>
              <a:rPr lang="en-US" sz="4000" err="1">
                <a:solidFill>
                  <a:srgbClr val="FFFFFF"/>
                </a:solidFill>
              </a:rPr>
              <a:t>willen</a:t>
            </a:r>
            <a:r>
              <a:rPr lang="en-US" sz="4000">
                <a:solidFill>
                  <a:srgbClr val="FFFFFF"/>
                </a:solidFill>
              </a:rPr>
              <a:t> we</a:t>
            </a:r>
          </a:p>
        </p:txBody>
      </p:sp>
      <p:pic>
        <p:nvPicPr>
          <p:cNvPr id="6" name="Picture 5" descr="A person in a white turtleneck&#10;&#10;AI-generated content may be incorrect.">
            <a:extLst>
              <a:ext uri="{FF2B5EF4-FFF2-40B4-BE49-F238E27FC236}">
                <a16:creationId xmlns:a16="http://schemas.microsoft.com/office/drawing/2014/main" id="{3A5B14C4-C119-7A24-016C-9E327701D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638" y="1733300"/>
            <a:ext cx="6125931" cy="4083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F6AA11-378B-DF2B-07A2-A8EC9EEAD20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798167" y="1587396"/>
            <a:ext cx="10595662" cy="526725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5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955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523E-B42E-B87A-8796-3B11EA91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B28D-FF6A-D616-1C75-E2BB42BFA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64984-6D99-6416-5533-21C3B7A41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280548"/>
            <a:ext cx="8116433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8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05CF9B-4984-6E88-76FA-A4D79B01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Demo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2">
            <a:extLst>
              <a:ext uri="{FF2B5EF4-FFF2-40B4-BE49-F238E27FC236}">
                <a16:creationId xmlns:a16="http://schemas.microsoft.com/office/drawing/2014/main" id="{B60ABF2B-1963-94A5-FE83-478EE38F90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6ED7A28C-C755-DEF6-0F40-56B1B4CD1D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DB5E80-5574-1083-9D21-358D3DC2B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1087" y="0"/>
            <a:ext cx="17151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6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93207-7568-F9A7-799E-FC5BA5F6A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169D286-F4D7-4C8B-A6BD-D05384C7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39E8235E-135E-4261-8F54-2B316E49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610728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4ED8EC3-4D57-4620-93CE-4E6661F0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343079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BCB34A-2F40-4F41-8488-A134C1C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5" y="340424"/>
            <a:ext cx="4630139" cy="5265795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78382DC-4207-465E-B379-1E16448A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1780" y="1071563"/>
            <a:ext cx="7290218" cy="5242298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Tijdelijke aanduiding voor inhoud 4" descr="Afbeelding met persoon, Menselijk gezicht, vinger, Dans&#10;&#10;Door AI gegenereerde inhoud is mogelijk onjuist.">
            <a:extLst>
              <a:ext uri="{FF2B5EF4-FFF2-40B4-BE49-F238E27FC236}">
                <a16:creationId xmlns:a16="http://schemas.microsoft.com/office/drawing/2014/main" id="{D47CB85C-876D-8AAD-2A92-4331F4974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4251"/>
          <a:stretch>
            <a:fillRect/>
          </a:stretch>
        </p:blipFill>
        <p:spPr>
          <a:xfrm>
            <a:off x="5545244" y="2005575"/>
            <a:ext cx="6020730" cy="338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6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Breedbeeld</PresentationFormat>
  <Paragraphs>30</Paragraphs>
  <Slides>9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Adaptor Design Pattern</vt:lpstr>
      <vt:lpstr> Wat is het adaptor pattern</vt:lpstr>
      <vt:lpstr>PowerPoint-presentatie</vt:lpstr>
      <vt:lpstr>SOLID</vt:lpstr>
      <vt:lpstr>De casus</vt:lpstr>
      <vt:lpstr>Wat willen we</vt:lpstr>
      <vt:lpstr>PowerPoint-presentatie</vt:lpstr>
      <vt:lpstr>Demo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Yorick te Riele (student)</dc:creator>
  <cp:lastModifiedBy>Yorick te Riele (student)</cp:lastModifiedBy>
  <cp:revision>1</cp:revision>
  <dcterms:created xsi:type="dcterms:W3CDTF">2025-09-17T09:25:35Z</dcterms:created>
  <dcterms:modified xsi:type="dcterms:W3CDTF">2025-10-03T09:31:06Z</dcterms:modified>
</cp:coreProperties>
</file>